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Key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1: Placeholder content here</a:t>
            </a:r>
          </a:p>
          <a:p>
            <a:r>
              <a:t>Point 2: Second key highlight</a:t>
            </a:r>
          </a:p>
          <a:p>
            <a:r>
              <a:t>Point 3: Third key highlight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