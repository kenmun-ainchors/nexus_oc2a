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10725912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72C4"/>
                </a:solidFill>
              </a:rPr>
              <a:t>AInchors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AInchors Consulting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88"/>
                </a:solidFill>
              </a:rPr>
              <a:t>AInchors AI Transformation Consulting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08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72C4"/>
                </a:solidFill>
              </a:rPr>
              <a:t>AInchors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Engagement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AI readiness assessment across 5 business units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Identified 12 high-impact automation opportunities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Estimated annual savings: $2.4M+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Timeline: 90-day discovery to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72C4"/>
                </a:solidFill>
              </a:rPr>
              <a:t>AInchors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Manual processes account for 40% of operational overhead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Data is siloed across 6 disconnected systems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No current ML/AI capability in-house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Strong leadership appetite for transformation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72C4"/>
                </a:solidFill>
              </a:rPr>
              <a:t>AInchors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Recommended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Phase 1 (Q3): Data unification &amp; governance (8 weeks)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Phase 2 (Q4): Process automation — top 3 use cases (12 weeks)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Phase 3 (Q1 FY27): AI model deployment &amp; upskilling (16 weeks)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Ongoing: CoE establishment &amp; continuous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72C4"/>
                </a:solidFill>
              </a:rPr>
              <a:t>AInchors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Sign engagement letter and confirm budget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Schedule kick-off with executive sponsor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Complete stakeholder interview plan (Week 1)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0D1117"/>
                </a:solidFill>
              </a:rPr>
              <a:t>•  Deliver Phase 1 roadmap document (Week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